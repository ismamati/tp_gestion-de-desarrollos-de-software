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Completar los nombres del equipo. Presentamos el jueves 15 de octubre de 2026. La idea central: un cambio puede pasar los tests y aun así necesitar mejoras antes de integrarse. No afirmamos que los controles garanticen ausencia total de defectos.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es una web: no tiene pantallas, servidor ni base de datos. app/notas.py recibe datos y devuelve resultados. buscar_por_materia filtra; esta_aprobado devuelve verdadero o falso; reporte_curso devuelve un diccionario. Los cinco tests están en tests/test_notas.py. pytest corre los tests y pytest-cov mide cobertura.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Code Smell no significa que el programa ya falla ni que hay una vulnerabilidad. SonarCloud mide la duplicación por separado. La deuda puede ser consciente si se registra y se planifica su corrección. En nuestro PR hay una copia de reporte_curso y una variable total_inscriptos que no se utiliza.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Ejemplo: pytest llama a esta_aprobado y comprueba el resultado. SonarCloud inspecciona el código y señala patrones problemáticos. SonarCloud no ejecuta nuestros tests: Actions ejecuta pytest y SonarCloud importa coverage.xml. Ninguno de estos controles detecta todos los problemas.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vulnerabilidad conocida no prueba que haya existido un ataque. requirements.txt incluye python-multipart 0.0.6, afectado por CVE-2024-24762. El módulo de notas no lo usa; está como ejemplo. Dependabot ya propuso actualizar a 0.0.31. Una alerta de Dependabot no hace fallar automáticamente el gate de SonarCloud. Fuente: https://github.com/advisories/GHSA-2jv5-9r88-3w3p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protección de main no pudo verificarse con la API pública porque requiere autenticación. No presentarla como configurada hasta comprobarla. El PR #2 está abierto y falla por el Quality Gate; el PR #1 también está abierto. La corrección verde todavía no está hecha en esta preparación.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workflow genera coverage.xml después de ejecutar pytest. El step oficial de SonarCloud ejecuta SonarScanner y espera el gate en PR con sonar.qualitygate.wait=true. En pushes a main el workflow actual no espera el resultado del gate. La regla de duplicación observada tiene un máximo de 3%. En un PR se evalúa código nuevo. Para cambios menores de 20 líneas, desmarcar Ignore duplication and coverage on small changes en Quality Gate si se quiere exigir ese control. Fuente: https://docs.sonarsource.com/sonarqube-cloud/managing-your-projects/project-analysis/changing-quality-gate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el dashboard real y la configuración del gate. Para main se consultaron cobertura global de 100%, cero Bugs, Vulnerabilidades y Code Smells, y duplicación de 0%. No mezclar estas métricas con las del PR. Abrir https://sonarcloud.io/dashboard?id=ismamati_Tp_Gestion-de-Desarrollos-de-Software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https://github.com/ismamati/Tp_Gestion-de-Desarrollos-de-Software/pull/2 . Se detectó también un Code Smell, pero la condición de mantenibilidad pasa: no atribuir el fallo a la variable sin usar. Los motivos comprobados son cobertura y duplicación. Mostrar el diff y luego los checks. Registrar la evidencia roja antes de modificar la rama. El bloqueo de merge necesita checks obligatorios.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Usar la misma rama demo-code-smell del PR #2. Reemplazar toda la función copiada por estas líneas y agregar tests a tests/test_notas.py. Ejecutar pytest con cobertura, hacer commit y push. El código usa a como nombre corto en pantalla; la guía usa alumno para mayor claridad. No editar main para corregir un PR.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diapositiva describe el resultado pendiente, no uno que ya se haya producido. Verificar tests y SonarCloud Code Analysis verdes. Si siguen pendientes revisiones, conversaciones u otras condiciones, el merge puede continuar bloqueado. No usar bypass. Configurar la protección para aplicar a administradores si presentan desde esa cuenta. Dependabot: Settings → Advanced Security → Dependency graph, alerts y security updates. Fuente: https://docs.github.com/en/code-security/how-tos/secure-your-supply-chain/secure-your-dependencies/configure-security-updates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la idea de que calidad y seguridad forman parte del flujo habitual de desarrollo. Preparar respuestas: cobertura no equivale a ausencia de Bugs; un smell no es una vulnerabilidad; SonarCloud y Dependabot tienen funciones diferentes; un check rojo solo bloquea si es obligatorio. El archivo GUIA_EQUIPO.md tiene el procedimiento detallado y una alternativa pequeña llamada contar_aprobados.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14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" y="338328"/>
            <a:ext cx="73152" cy="731520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835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Que funcione es el comienzo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C9DAE7"/>
                </a:solidFill>
                <a:latin typeface="Aptos"/>
              </a:defRPr>
            </a:pPr>
            <a:r>
              <a:t>Calidad de código, deuda técnica y seguridad · DevSecOps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57400"/>
            <a:ext cx="530352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4773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7E87"/>
                </a:solidFill>
                <a:latin typeface="Aptos"/>
              </a:defRPr>
            </a:pPr>
            <a:r>
              <a:t>Nuestra propuesta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16936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Comprobar comportamiento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21024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Revisar calidad y seguridad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25112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Controlar antes de integrar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2057400"/>
            <a:ext cx="530352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2267712"/>
            <a:ext cx="4773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7E87"/>
                </a:solidFill>
                <a:latin typeface="Aptos"/>
              </a:defRPr>
            </a:pPr>
            <a:r>
              <a:t>Una demo pequeña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2916936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Notas de alumnos en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3621024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GitHub Actions + SonarCloud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4325112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Dependabot + protección de 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640080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678"/>
                </a:solidFill>
                <a:latin typeface="Aptos"/>
              </a:defRPr>
            </a:pPr>
            <a:r>
              <a:t>GDS  ·  DEVSECOPS  ·  15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36422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7E87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14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" y="338328"/>
            <a:ext cx="73152" cy="731520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835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¿Qué hace la aplicación?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C9DAE7"/>
                </a:solidFill>
                <a:latin typeface="Aptos"/>
              </a:defRPr>
            </a:pPr>
            <a:r>
              <a:t>Un módulo Python; los datos entran como una lista de alumnos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57400"/>
            <a:ext cx="530352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4773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7E87"/>
                </a:solidFill>
                <a:latin typeface="Aptos"/>
              </a:defRPr>
            </a:pPr>
            <a:r>
              <a:t>Tres funciones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16936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Buscar alumnos por materia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21024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Aprobar con nota ≥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25112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Resumir cantidad, promedio y mejor nota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2057400"/>
            <a:ext cx="530352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2267712"/>
            <a:ext cx="4773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7E87"/>
                </a:solidFill>
                <a:latin typeface="Aptos"/>
              </a:defRPr>
            </a:pPr>
            <a:r>
              <a:t>Un ejemplo concreto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2916936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Ana: 8 · Bruno: 4 · Carla: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3621024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Aprobados: Ana y Carla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4325112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Promedio del curso: 7,0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640080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678"/>
                </a:solidFill>
                <a:latin typeface="Aptos"/>
              </a:defRPr>
            </a:pPr>
            <a:r>
              <a:t>GDS  ·  DEVSECOPS  ·  15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36422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7E87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14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" y="338328"/>
            <a:ext cx="73152" cy="731520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835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La deuda aparece al mantener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C9DAE7"/>
                </a:solidFill>
                <a:latin typeface="Aptos"/>
              </a:defRPr>
            </a:pPr>
            <a:r>
              <a:t>Una solución rápida puede aumentar el costo del próximo cambio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57400"/>
            <a:ext cx="530352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4773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7E87"/>
                </a:solidFill>
                <a:latin typeface="Aptos"/>
              </a:defRPr>
            </a:pPr>
            <a:r>
              <a:t>Deuda técnica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16936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Copiamos el cálculo de un reporte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21024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Una corrección requiere cambiar dos sitios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25112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Más trabajo y riesgo de inconsistencias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2057400"/>
            <a:ext cx="530352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2267712"/>
            <a:ext cx="4773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7E87"/>
                </a:solidFill>
                <a:latin typeface="Aptos"/>
              </a:defRPr>
            </a:pPr>
            <a:r>
              <a:t>Code Smells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2916936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Variables que nunca se usan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3621024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Funciones difíciles de entender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4325112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Señales para revisar la mantenibilidad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640080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678"/>
                </a:solidFill>
                <a:latin typeface="Aptos"/>
              </a:defRPr>
            </a:pPr>
            <a:r>
              <a:t>GDS  ·  DEVSECOPS  ·  15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36422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7E87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14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" y="338328"/>
            <a:ext cx="73152" cy="731520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835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Dos formas de revisar el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C9DAE7"/>
                </a:solidFill>
                <a:latin typeface="Aptos"/>
              </a:defRPr>
            </a:pPr>
            <a:r>
              <a:t>Los tests y el análisis estático responden preguntas diferentes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57400"/>
            <a:ext cx="530352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4773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7E87"/>
                </a:solidFill>
                <a:latin typeface="Aptos"/>
              </a:defRPr>
            </a:pPr>
            <a:r>
              <a:t>Testing dinámico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16936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Ejecuta el código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21024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Compara resultados con lo esperado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25112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pytest aquí; Playwright en navegador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2057400"/>
            <a:ext cx="530352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2267712"/>
            <a:ext cx="4773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7E87"/>
                </a:solidFill>
                <a:latin typeface="Aptos"/>
              </a:defRPr>
            </a:pPr>
            <a:r>
              <a:t>Análisis estático · SAST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2916936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Inspecciona sin ejecutar la aplicación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3621024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Busca patrones de errores y seguridad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4325112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SonarCloud analiza nuestro cambio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640080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678"/>
                </a:solidFill>
                <a:latin typeface="Aptos"/>
              </a:defRPr>
            </a:pPr>
            <a:r>
              <a:t>GDS  ·  DEVSECOPS  ·  15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36422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7E87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14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" y="338328"/>
            <a:ext cx="73152" cy="731520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835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También dependemos de código ajeno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C9DAE7"/>
                </a:solidFill>
                <a:latin typeface="Aptos"/>
              </a:defRPr>
            </a:pPr>
            <a:r>
              <a:t>La cadena de suministro incluye librerías y herramientas del CI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57400"/>
            <a:ext cx="530352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4773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7E87"/>
                </a:solidFill>
                <a:latin typeface="Aptos"/>
              </a:defRPr>
            </a:pPr>
            <a:r>
              <a:t>Qué puede pasar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16936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Una versión tiene una vulnerabilidad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21024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Una cuenta de publicación es comprometida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25112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Un paquete malicioso llega al proyecto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2057400"/>
            <a:ext cx="530352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2267712"/>
            <a:ext cx="4773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7E87"/>
                </a:solidFill>
                <a:latin typeface="Aptos"/>
              </a:defRPr>
            </a:pPr>
            <a:r>
              <a:t>Dependabot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2916936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Detecta versiones con avisos conocidos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3621024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Genera alertas y propone actualizaciones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4325112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Ya tenemos el PR #1 de python-multipart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640080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678"/>
                </a:solidFill>
                <a:latin typeface="Aptos"/>
              </a:defRPr>
            </a:pPr>
            <a:r>
              <a:t>GDS  ·  DEVSECOPS  ·  15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36422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7E87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14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" y="338328"/>
            <a:ext cx="73152" cy="731520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835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Qué tenemos y qué falta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C9DAE7"/>
                </a:solidFill>
                <a:latin typeface="Aptos"/>
              </a:defRPr>
            </a:pPr>
            <a:r>
              <a:t>Estado consultado el 13/10/2026 · comprobar antes de grabar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57400"/>
            <a:ext cx="530352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4773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7E87"/>
                </a:solidFill>
                <a:latin typeface="Aptos"/>
              </a:defRPr>
            </a:pPr>
            <a:r>
              <a:t>Ya funciona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16936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Tests y reportes de cobertura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21024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SonarCloud dentro del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25112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PR #2 rojo y PR #1 de Dependabot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2057400"/>
            <a:ext cx="530352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2267712"/>
            <a:ext cx="4773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7E87"/>
                </a:solidFill>
                <a:latin typeface="Aptos"/>
              </a:defRPr>
            </a:pPr>
            <a:r>
              <a:t>Por completar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2916936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Verificar bloqueo real de merge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3621024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Corregir y comprobar checks verdes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4325112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Grabar evidencia y ensayar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640080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678"/>
                </a:solidFill>
                <a:latin typeface="Aptos"/>
              </a:defRPr>
            </a:pPr>
            <a:r>
              <a:t>GDS  ·  DEVSECOPS  ·  15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36422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7E87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14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" y="338328"/>
            <a:ext cx="73152" cy="731520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835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Qué recorre cada Pull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C9DAE7"/>
                </a:solidFill>
                <a:latin typeface="Aptos"/>
              </a:defRPr>
            </a:pPr>
            <a:r>
              <a:t>GitHub Actions ejecuta la secuencia automáticamente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47672"/>
            <a:ext cx="1572768" cy="822960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48256"/>
            <a:ext cx="134416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PR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76856" y="2157984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7E87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947672"/>
            <a:ext cx="1572768" cy="822960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3472" y="2048256"/>
            <a:ext cx="134416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Instalar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087" y="2157984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7E87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1" y="1947672"/>
            <a:ext cx="1572768" cy="822960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3" y="2048256"/>
            <a:ext cx="134416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Tests +</a:t>
            </a:r>
          </a:p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cobertura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19" y="2157984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7E87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7064" y="1947672"/>
            <a:ext cx="1572768" cy="822960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2048256"/>
            <a:ext cx="134416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SonarCloud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157984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7E87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3296" y="1947672"/>
            <a:ext cx="1572768" cy="822960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2048256"/>
            <a:ext cx="134416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1784" y="2157984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7E87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39528" y="1947672"/>
            <a:ext cx="1572768" cy="822960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048256"/>
            <a:ext cx="134416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Merge*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172968"/>
            <a:ext cx="5303520" cy="2322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383280"/>
            <a:ext cx="4773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7E87"/>
                </a:solidFill>
                <a:latin typeface="Aptos"/>
              </a:defRPr>
            </a:pPr>
            <a:r>
              <a:t>Quality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032504"/>
            <a:ext cx="47091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3449"/>
                </a:solidFill>
                <a:latin typeface="Aptos"/>
              </a:defRPr>
            </a:pPr>
            <a:r>
              <a:t>• Bugs nuevos =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553712"/>
            <a:ext cx="47091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3449"/>
                </a:solidFill>
                <a:latin typeface="Aptos"/>
              </a:defRPr>
            </a:pPr>
            <a:r>
              <a:t>• Vulnerabilidades nuevas =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074920"/>
            <a:ext cx="47091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3449"/>
                </a:solidFill>
                <a:latin typeface="Aptos"/>
              </a:defRPr>
            </a:pPr>
            <a:r>
              <a:t>• Cobertura nueva ≥ 80%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7064" y="3172968"/>
            <a:ext cx="5303520" cy="2322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3096" y="3383280"/>
            <a:ext cx="4773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7E87"/>
                </a:solidFill>
                <a:latin typeface="Aptos"/>
              </a:defRPr>
            </a:pPr>
            <a:r>
              <a:t>*Checks obligatorios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3096" y="4032504"/>
            <a:ext cx="47091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3449"/>
                </a:solidFill>
                <a:latin typeface="Aptos"/>
              </a:defRPr>
            </a:pPr>
            <a:r>
              <a:t>• GitHub debe exigir su aprobación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553712"/>
            <a:ext cx="47091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3449"/>
                </a:solidFill>
                <a:latin typeface="Aptos"/>
              </a:defRPr>
            </a:pPr>
            <a:r>
              <a:t>• Gate rojo → check rojo → bloqueo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3096" y="5074920"/>
            <a:ext cx="47091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3449"/>
                </a:solidFill>
                <a:latin typeface="Aptos"/>
              </a:defRPr>
            </a:pPr>
            <a:r>
              <a:t>• Otras condiciones también se cumplen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640080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678"/>
                </a:solidFill>
                <a:latin typeface="Aptos"/>
              </a:defRPr>
            </a:pPr>
            <a:r>
              <a:t>GDS  ·  DEVSECOPS  ·  15 OCT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36422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7E87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14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" y="338328"/>
            <a:ext cx="73152" cy="731520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835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Leer el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C9DAE7"/>
                </a:solidFill>
                <a:latin typeface="Aptos"/>
              </a:defRPr>
            </a:pPr>
            <a:r>
              <a:t>Comparar el código global con el código nuevo del PR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57400"/>
            <a:ext cx="530352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4773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7E87"/>
                </a:solidFill>
                <a:latin typeface="Aptos"/>
              </a:defRPr>
            </a:pPr>
            <a:r>
              <a:t>Problemas detectados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16936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Bugs → confiabilidad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21024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Vulnerabilidades → seguridad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25112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Code Smells → mantenibilidad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2057400"/>
            <a:ext cx="530352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2267712"/>
            <a:ext cx="4773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7E87"/>
                </a:solidFill>
                <a:latin typeface="Aptos"/>
              </a:defRPr>
            </a:pPr>
            <a:r>
              <a:t>Otras métricas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2916936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Duplicación → bloques repetidos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3621024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Cobertura → código ejecutado en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4325112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100% no prueba todos los escenarios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640080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678"/>
                </a:solidFill>
                <a:latin typeface="Aptos"/>
              </a:defRPr>
            </a:pPr>
            <a:r>
              <a:t>GDS  ·  DEVSECOPS  ·  15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36422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7E87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14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" y="338328"/>
            <a:ext cx="73152" cy="731520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835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La demo roja ya está preparada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C9DAE7"/>
                </a:solidFill>
                <a:latin typeface="Aptos"/>
              </a:defRPr>
            </a:pPr>
            <a:r>
              <a:t>PR #2 · Agrego reporte de aprobados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57400"/>
            <a:ext cx="530352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4773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7E87"/>
                </a:solidFill>
                <a:latin typeface="Aptos"/>
              </a:defRPr>
            </a:pPr>
            <a:r>
              <a:t>Qué ocurre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16936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Se copia el cálculo del reporte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21024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Los tests antiguos siguen pasando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25112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La función nueva casi no se ejecuta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2057400"/>
            <a:ext cx="530352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2267712"/>
            <a:ext cx="4773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7E87"/>
                </a:solidFill>
                <a:latin typeface="Aptos"/>
              </a:defRPr>
            </a:pPr>
            <a:r>
              <a:t>Resultado comprobado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2916936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Cobertura nueva: 4,8% &lt; 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3621024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Duplicación: 82,8% &gt; 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4325112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Quality Gate: ERROR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541264"/>
            <a:ext cx="10872216" cy="457200"/>
          </a:xfrm>
          <a:prstGeom prst="rect">
            <a:avLst/>
          </a:prstGeom>
          <a:solidFill>
            <a:srgbClr val="DC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56235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26678"/>
                </a:solidFill>
                <a:latin typeface="Aptos"/>
              </a:defRPr>
            </a:pPr>
            <a:r>
              <a:t>Agregar captura real: gate rojo + checks + merge bloqueado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640080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678"/>
                </a:solidFill>
                <a:latin typeface="Aptos"/>
              </a:defRPr>
            </a:pPr>
            <a:r>
              <a:t>GDS  ·  DEVSECOPS  ·  15 OCT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36422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7E87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14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" y="338328"/>
            <a:ext cx="73152" cy="731520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835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La corrección cabe en tres líneas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C9DAE7"/>
                </a:solidFill>
                <a:latin typeface="Aptos"/>
              </a:defRPr>
            </a:pPr>
            <a:r>
              <a:t>Filtrar los aprobados y reutilizar el reporte existente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56816"/>
            <a:ext cx="10872216" cy="1298448"/>
          </a:xfrm>
          <a:prstGeom prst="rect">
            <a:avLst/>
          </a:prstGeom>
          <a:solidFill>
            <a:srgbClr val="14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139696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DBF4E9"/>
                </a:solidFill>
                <a:latin typeface="Consolas"/>
              </a:defRPr>
            </a:pPr>
            <a:r>
              <a:t>def reporte_aprobados(alumnos):</a:t>
            </a:r>
          </a:p>
          <a:p>
            <a:pPr>
              <a:spcAft>
                <a:spcPts val="1000"/>
              </a:spcAft>
              <a:defRPr sz="1900" b="0">
                <a:solidFill>
                  <a:srgbClr val="DBF4E9"/>
                </a:solidFill>
                <a:latin typeface="Consolas"/>
              </a:defRPr>
            </a:pPr>
            <a:r>
              <a:t>    aprobados = [a for a in alumnos if esta_aprobado(a)]</a:t>
            </a:r>
          </a:p>
          <a:p>
            <a:pPr>
              <a:spcAft>
                <a:spcPts val="1000"/>
              </a:spcAft>
              <a:defRPr sz="1900" b="0">
                <a:solidFill>
                  <a:srgbClr val="DBF4E9"/>
                </a:solidFill>
                <a:latin typeface="Consolas"/>
              </a:defRPr>
            </a:pPr>
            <a:r>
              <a:t>    return reporte_curso(aprobados)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575304"/>
            <a:ext cx="5303520" cy="2322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85616"/>
            <a:ext cx="4773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7E87"/>
                </a:solidFill>
                <a:latin typeface="Aptos"/>
              </a:defRPr>
            </a:pPr>
            <a:r>
              <a:t>Qué mejora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34840"/>
            <a:ext cx="47091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3449"/>
                </a:solidFill>
                <a:latin typeface="Aptos"/>
              </a:defRPr>
            </a:pPr>
            <a:r>
              <a:t>• Un solo cálculo para mantener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56048"/>
            <a:ext cx="47091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3449"/>
                </a:solidFill>
                <a:latin typeface="Aptos"/>
              </a:defRPr>
            </a:pPr>
            <a:r>
              <a:t>• Sin la variable que no se usa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77255"/>
            <a:ext cx="47091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3449"/>
                </a:solidFill>
                <a:latin typeface="Aptos"/>
              </a:defRPr>
            </a:pPr>
            <a:r>
              <a:t>• Mismo objetivo funcional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7064" y="3575304"/>
            <a:ext cx="5303520" cy="2322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3785616"/>
            <a:ext cx="4773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7E87"/>
                </a:solidFill>
                <a:latin typeface="Aptos"/>
              </a:defRPr>
            </a:pPr>
            <a:r>
              <a:t>Qué pruebo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4434840"/>
            <a:ext cx="47091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3449"/>
                </a:solidFill>
                <a:latin typeface="Aptos"/>
              </a:defRPr>
            </a:pPr>
            <a:r>
              <a:t>• Ana y Carla: promedio 8,5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4956048"/>
            <a:ext cx="47091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3449"/>
                </a:solidFill>
                <a:latin typeface="Aptos"/>
              </a:defRPr>
            </a:pPr>
            <a:r>
              <a:t>• Sin aprobados: reporte vacío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5477255"/>
            <a:ext cx="47091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3449"/>
                </a:solidFill>
                <a:latin typeface="Aptos"/>
              </a:defRPr>
            </a:pPr>
            <a:r>
              <a:t>• Una nota de 6 también aprueba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640080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678"/>
                </a:solidFill>
                <a:latin typeface="Aptos"/>
              </a:defRPr>
            </a:pPr>
            <a:r>
              <a:t>GDS  ·  DEVSECOPS  ·  15 OCT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36422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7E87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14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" y="338328"/>
            <a:ext cx="73152" cy="731520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835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Cerrar el ciclo con evidencia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C9DAE7"/>
                </a:solidFill>
                <a:latin typeface="Aptos"/>
              </a:defRPr>
            </a:pPr>
            <a:r>
              <a:t>El resultado verde debe comprobarse después del nuevo push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57400"/>
            <a:ext cx="530352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4773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7E87"/>
                </a:solidFill>
                <a:latin typeface="Aptos"/>
              </a:defRPr>
            </a:pPr>
            <a:r>
              <a:t>En GitHub y SonarCloud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16936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Mismo PR, nuevo commit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21024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Tests y gate aprobados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25112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Merge permitido al cumplir requisitos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2057400"/>
            <a:ext cx="530352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2267712"/>
            <a:ext cx="4773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7E87"/>
                </a:solidFill>
                <a:latin typeface="Aptos"/>
              </a:defRPr>
            </a:pPr>
            <a:r>
              <a:t>En Dependabot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2916936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Mostrar la alerta de seguridad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3621024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Mostrar la versión propuesta en PR #1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4325112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Revisar checks antes de integrar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541264"/>
            <a:ext cx="10872216" cy="457200"/>
          </a:xfrm>
          <a:prstGeom prst="rect">
            <a:avLst/>
          </a:prstGeom>
          <a:solidFill>
            <a:srgbClr val="DC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56235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26678"/>
                </a:solidFill>
                <a:latin typeface="Aptos"/>
              </a:defRPr>
            </a:pPr>
            <a:r>
              <a:t>Agregar captura real del nuevo análisis verde y del PR de Dependabot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640080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678"/>
                </a:solidFill>
                <a:latin typeface="Aptos"/>
              </a:defRPr>
            </a:pPr>
            <a:r>
              <a:t>GDS  ·  DEVSECOPS  ·  15 OCT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36422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7E87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14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" y="338328"/>
            <a:ext cx="73152" cy="731520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835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Cada control responde una pregunta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C9DAE7"/>
                </a:solidFill>
                <a:latin typeface="Aptos"/>
              </a:defRPr>
            </a:pPr>
            <a:r>
              <a:t>Automatizar la revisión para integrar mejores cambios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57400"/>
            <a:ext cx="530352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4773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7E87"/>
                </a:solidFill>
                <a:latin typeface="Aptos"/>
              </a:defRPr>
            </a:pPr>
            <a:r>
              <a:t>Antes de integrar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16936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Tests: ¿se comporta como esperamos?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21024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SonarCloud: ¿cumple calidad y seguridad?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25112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Dependabot: ¿hay versiones vulnerables?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2057400"/>
            <a:ext cx="530352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2267712"/>
            <a:ext cx="47731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7E87"/>
                </a:solidFill>
                <a:latin typeface="Aptos"/>
              </a:defRPr>
            </a:pPr>
            <a:r>
              <a:t>Lo que demostramos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2916936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El rojo tiene un motivo concreto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3621024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La corrección mejora código y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4325112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3449"/>
                </a:solidFill>
                <a:latin typeface="Aptos"/>
              </a:defRPr>
            </a:pPr>
            <a:r>
              <a:t>• GitHub exige los checks configurados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640080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26678"/>
                </a:solidFill>
                <a:latin typeface="Aptos"/>
              </a:defRPr>
            </a:pPr>
            <a:r>
              <a:t>GDS  ·  DEVSECOPS  ·  15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36422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7E87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Calidad de código, deuda técnica y seguridad</dc:title>
  <dc:subject>Introducción y demostración DevSecOps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es-AR</dc:language>
</cp:coreProperties>
</file>